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Networks: OSI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7 Layers from Physical to Application.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Layer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 provides reliable, ordered stream delivery.</a:t>
            </a:r>
          </a:p>
          <a:p>
            <a:r>
              <a:t>UDP provides lightweight, connectionless datagram transport.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